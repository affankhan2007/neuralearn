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SemiBold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 and the promise in one frame. Neuralearn turns the scattered work of learning into a guided path, starting with the question a student already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are already assembling an answer from several products. The friction is not a lack of information. It is the loss of continuity between one step and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compresses the distance between a question and a useful explanation. Students ask naturally, see the idea explained, then continue without rebuilding context in another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available today: video, text, multilingual support, and PDF uploads. The point is not a collection of features. It is one question becoming the format that helps this student move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long-term advantage is continuity. Neuralearn can move from answering a single question to understanding the student's context, documents, follow-ups, and learning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distinction clear: voice and video are the upcoming expansion, not a shipped capability. The direction is a more natural interaction, closer to office hours than a search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wedge is simple: help a student understand a topic immediately. The expansion path is broader: subjects, languages, documents, and eventually institutional learning support. Add validated evidence here as it becomes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change in behavior: fewer fragmented searches, more moments where the student understands. The ask is to partner with Neuralearn on making that guided path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6ED8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79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2437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2228711"/>
            <a:ext cx="109725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NEURALEARN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4377" y="2512979"/>
            <a:ext cx="9143771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Every learning question becomes a guided lesson.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377" y="4104481"/>
            <a:ext cx="1295368" cy="38100"/>
          </a:xfrm>
          <a:prstGeom prst="roundRect">
            <a:avLst>
              <a:gd name="adj" fmla="val 49999"/>
            </a:avLst>
          </a:prstGeom>
          <a:solidFill>
            <a:srgbClr val="243799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4346099"/>
            <a:ext cx="1097252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All-in-one AI learning mentor replaces scattered searching with instant, personalized understanding.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27953"/>
            <a:ext cx="609584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12780" y="403547"/>
            <a:ext cx="5486263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Students do not need more tabs; they need one path to understanding.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80" y="1949847"/>
            <a:ext cx="685783" cy="38100"/>
          </a:xfrm>
          <a:prstGeom prst="roundRect">
            <a:avLst>
              <a:gd name="adj" fmla="val 49999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381647"/>
            <a:ext cx="121539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47188" y="2641997"/>
            <a:ext cx="465185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Start with a small question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7188" y="3035697"/>
            <a:ext cx="46518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Then lose time searching YouTube.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80" y="3811984"/>
            <a:ext cx="121539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47188" y="4072335"/>
            <a:ext cx="465185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Jump between tools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7188" y="4466034"/>
            <a:ext cx="465185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for context; ChatGPT for explanations; PDFs for source material.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80" y="5491162"/>
            <a:ext cx="121539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47188" y="5751513"/>
            <a:ext cx="465185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Piece it together manually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7188" y="6145213"/>
            <a:ext cx="465185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learning in one continuous flow.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0D0D25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12780" y="3615134"/>
            <a:ext cx="5486263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12780" y="5294313"/>
            <a:ext cx="5486263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1817251"/>
            <a:ext cx="109725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PRODUCT LOOP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4377" y="2092845"/>
            <a:ext cx="914377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Neuralearn compresses the journey from prompt to understanding.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377" y="3192165"/>
            <a:ext cx="1295368" cy="38100"/>
          </a:xfrm>
          <a:prstGeom prst="roundRect">
            <a:avLst>
              <a:gd name="adj" fmla="val 49999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3433465"/>
            <a:ext cx="121539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377" y="4061817"/>
            <a:ext cx="3149521" cy="1260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377" y="4189856"/>
            <a:ext cx="31495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Ask naturally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377" y="4544020"/>
            <a:ext cx="31495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the topic in your own words.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1087" y="3433465"/>
            <a:ext cx="121539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21087" y="4061817"/>
            <a:ext cx="3149521" cy="1260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21087" y="4189856"/>
            <a:ext cx="31495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Watch the lesson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1087" y="4544020"/>
            <a:ext cx="314952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an instant AI-generated explainer video.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7797" y="3433465"/>
            <a:ext cx="121539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8127797" y="4061817"/>
            <a:ext cx="3149521" cy="1260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4189856"/>
            <a:ext cx="314952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Keep going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7797" y="4544020"/>
            <a:ext cx="314952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Read, ask follow-ups, and stay in context.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85984"/>
            <a:ext cx="408423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QUESTION, MANY WAYS 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61578"/>
            <a:ext cx="3474653" cy="178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One question can become video, text, translation, and dialogue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3154859"/>
            <a:ext cx="434270" cy="38100"/>
          </a:xfrm>
          <a:prstGeom prst="roundRect">
            <a:avLst>
              <a:gd name="adj" fmla="val 49999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396159"/>
            <a:ext cx="3474653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prompt unlocks connected learning modes, powered by instant, topic-specific answers with low latency.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5332909"/>
            <a:ext cx="347465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live tutor answers follow-up doubts as the student learns.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50912" y="0"/>
            <a:ext cx="7040783" cy="6858000"/>
          </a:xfrm>
          <a:prstGeom prst="rect">
            <a:avLst/>
          </a:prstGeom>
          <a:solidFill>
            <a:srgbClr val="24379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091" y="838200"/>
            <a:ext cx="444489" cy="444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89091" y="1597025"/>
            <a:ext cx="184403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Video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89091" y="1990725"/>
            <a:ext cx="1844034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creates instant visuals based on the text output given by the AI.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091" y="3189287"/>
            <a:ext cx="1843934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091" y="3411538"/>
            <a:ext cx="177796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89091" y="3968353"/>
            <a:ext cx="184403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Translation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989091" y="4362053"/>
            <a:ext cx="184403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learning for more students and more subjects.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482" y="838200"/>
            <a:ext cx="444489" cy="444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09482" y="1597025"/>
            <a:ext cx="184403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Text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509482" y="1990725"/>
            <a:ext cx="184403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Text-based explanations for clarity and review.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509482" y="2940447"/>
            <a:ext cx="1843934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482" y="3162697"/>
            <a:ext cx="177796" cy="177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09482" y="3719513"/>
            <a:ext cx="184403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PDF uploads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9509482" y="4113213"/>
            <a:ext cx="1844034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 upload so course material becomes searchable and explainable.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59753"/>
            <a:ext cx="111757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PERSONALIZATION FLYWHEEL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12780" y="835347"/>
            <a:ext cx="914377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product gets more personal as the student keeps learning.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80" y="1890534"/>
            <a:ext cx="822939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follow-up adds context instead of starting over.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0" y="3635375"/>
            <a:ext cx="8127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780" y="3884315"/>
            <a:ext cx="2298543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3986656"/>
            <a:ext cx="22986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One-off answer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780" y="4340820"/>
            <a:ext cx="22986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the question in front of you.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8611" y="3635375"/>
            <a:ext cx="8127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68611" y="3884315"/>
            <a:ext cx="2298543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1" name="Text 9"/>
          <p:cNvSpPr/>
          <p:nvPr/>
        </p:nvSpPr>
        <p:spPr>
          <a:xfrm>
            <a:off x="3568611" y="3986656"/>
            <a:ext cx="22986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Contextual follow-up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8611" y="4340820"/>
            <a:ext cx="22986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the next question without resetting.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4442" y="3635375"/>
            <a:ext cx="8127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4442" y="3884315"/>
            <a:ext cx="2298543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3986656"/>
            <a:ext cx="22986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Document-aware help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24442" y="4340820"/>
            <a:ext cx="22986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 course material into the conversation.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80273" y="3635375"/>
            <a:ext cx="81278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5A6ED8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80273" y="3884315"/>
            <a:ext cx="2298543" cy="1905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9" name="Text 17"/>
          <p:cNvSpPr/>
          <p:nvPr/>
        </p:nvSpPr>
        <p:spPr>
          <a:xfrm>
            <a:off x="9080273" y="3986656"/>
            <a:ext cx="229864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Learning history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80273" y="4340820"/>
            <a:ext cx="22986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 the student where they are.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2164219"/>
            <a:ext cx="109725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C1C9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PRODUCT FRONTIER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4377" y="2439813"/>
            <a:ext cx="914377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Neuralearn is becoming an AI mentor you can </a:t>
            </a:r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C1C9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talk to.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377" y="3539133"/>
            <a:ext cx="1295368" cy="38100"/>
          </a:xfrm>
          <a:prstGeom prst="roundRect">
            <a:avLst>
              <a:gd name="adj" fmla="val 49999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3780750"/>
            <a:ext cx="1036294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Coming next: voice and video conversations where students speak naturally, the AI responds in real time, and the interaction feels closer to office hours than a search box.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377" y="4509056"/>
            <a:ext cx="109725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C1C9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Upcoming expansion · not yet shipped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59753"/>
            <a:ext cx="111757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12780" y="835347"/>
            <a:ext cx="914377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opportunity is a new default for academic help.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80" y="1890534"/>
            <a:ext cx="822939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instant topic understanding. Expand into a trusted learning layer.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478" y="2890937"/>
            <a:ext cx="1307373" cy="592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29202" y="3093442"/>
            <a:ext cx="249926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285746" y="3068737"/>
            <a:ext cx="69153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Instant understanding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52399" y="3501430"/>
            <a:ext cx="7182067" cy="9525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742" y="3528417"/>
            <a:ext cx="2614944" cy="5929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9202" y="3668713"/>
            <a:ext cx="249926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939581" y="3706217"/>
            <a:ext cx="626153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Subjects and languages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806234" y="4138910"/>
            <a:ext cx="6528232" cy="9525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907" y="4165898"/>
            <a:ext cx="3922515" cy="5929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29202" y="4306193"/>
            <a:ext cx="249926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5593317" y="4343698"/>
            <a:ext cx="560780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Documents and course context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59970" y="4776391"/>
            <a:ext cx="5874496" cy="9525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71" y="4803378"/>
            <a:ext cx="5230086" cy="59293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329301" y="4943673"/>
            <a:ext cx="249926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6247152" y="4981178"/>
            <a:ext cx="49539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Institutions and trusted learning support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12780" y="6113621"/>
            <a:ext cx="111757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Proof points to add when validated: user growth · retention · pilot evidence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1973620"/>
            <a:ext cx="44448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NEURALEARN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31789" y="2290205"/>
            <a:ext cx="4013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Make learning feel </a:t>
            </a:r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immediate.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31789" y="4359573"/>
            <a:ext cx="501637" cy="38100"/>
          </a:xfrm>
          <a:prstGeom prst="roundRect">
            <a:avLst>
              <a:gd name="adj" fmla="val 49999"/>
            </a:avLst>
          </a:prstGeom>
          <a:solidFill>
            <a:srgbClr val="243799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4601190"/>
            <a:ext cx="444488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every question, one guided path forward.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8467" y="1648558"/>
            <a:ext cx="6324442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C1C9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Fewer fragmented searches.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More moments of understanding.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308467" y="4308792"/>
            <a:ext cx="688322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C1C9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always-available AI mentor for every learner.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8467" y="4796135"/>
            <a:ext cx="6324442" cy="19050"/>
          </a:xfrm>
          <a:prstGeom prst="roundRect">
            <a:avLst>
              <a:gd name="adj" fmla="val 49999"/>
            </a:avLst>
          </a:prstGeom>
          <a:solidFill>
            <a:srgbClr val="243799"/>
          </a:solidFill>
          <a:ln/>
        </p:spPr>
      </p:sp>
      <p:sp>
        <p:nvSpPr>
          <p:cNvPr id="10" name="Text 8"/>
          <p:cNvSpPr/>
          <p:nvPr/>
        </p:nvSpPr>
        <p:spPr>
          <a:xfrm>
            <a:off x="5308467" y="5018385"/>
            <a:ext cx="688322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1C9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partner with Neuralearn to shape the new default for academic help.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2026-10-17T05:47:16Z</dcterms:created>
  <dcterms:modified xsi:type="dcterms:W3CDTF">2026-10-17T05:47:16Z</dcterms:modified>
</cp:coreProperties>
</file>